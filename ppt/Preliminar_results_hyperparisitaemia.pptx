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8" r:id="rId4"/>
    <p:sldId id="257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1"/>
  </p:normalViewPr>
  <p:slideViewPr>
    <p:cSldViewPr snapToGrid="0">
      <p:cViewPr>
        <p:scale>
          <a:sx n="125" d="100"/>
          <a:sy n="125" d="100"/>
        </p:scale>
        <p:origin x="6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9241-122E-04F3-5C99-B4611FF6C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A72FD-8A9D-30BC-7F02-C57118195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EAA89-5E87-BD7D-912F-537C2005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67FF-2660-E472-B617-B70885777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D7818-0EDA-CF16-FD56-5B8A2CF3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7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065B-B39E-2921-5D41-4F2479D9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C7D8-51F4-AA44-7C4B-2E88EB81E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73EA-655E-CEDE-B88B-660121778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8C6C6-2A89-2F1B-48B4-B622EA69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32147-0DF7-08A2-D41F-66B4086E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6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5807-9C6C-E7DF-D060-FE095FE5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F7B85-B1A8-83F3-822E-E6FD3C666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8FD73-496C-63ED-22AE-5FA9A4E6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C7D8B-8290-5CE2-E91B-69CAC480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02610-0EAA-1223-42DC-684CDBE2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9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8FE4-69FA-A514-2D7E-2EF086AB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B4EB1-2169-FC3E-3444-16CD03E8B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82B66-8E1D-4C56-1C83-9E757D3C4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7A4A3-FDA1-965E-7A57-599DACF0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BF738-9323-2854-7B1C-F0EE0E49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B9096-A9CC-63E2-23A1-62BC420D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7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0B63-4C93-011E-2317-5C960FF3A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65139-CE03-6466-EB51-318C23921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A6B9E-ED68-DFF3-417D-377728FDD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E73A23-EB16-F0B4-5059-953A3E806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1E860-520B-EECB-24A7-38A0892EB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62855-6C8B-F3AA-E2C2-3318E260C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5A827-6E73-1470-4FD2-70CDE6B8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1584A-C2E1-3F6E-50E6-3BCAE384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4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7CA6-92B4-3FE9-5196-5D31DFF8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FCB21-5230-9BD9-5EAE-664365D0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F7D55-F5B8-5B7A-7E64-BC4CB218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B99A2-864F-72E7-B9CE-9FCB5CE7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3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71175-49C5-F6A2-1941-26F3CE92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CA440-4E03-25E1-8A8F-871058488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B87C2-FB3C-E6CA-148C-6C4F06F7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1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246A-DCE8-7C79-EB04-652CB93CF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BFF9-D256-A5D1-8418-03477F849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17E9C-9441-5EB1-0EED-32BE6F8C7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867E2-2699-C088-975B-29876150C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0A983-57A9-4E4B-DC75-6C11FB98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3060E-AEEB-24E1-5E7A-08E51F40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2228-9112-5D07-49C5-F05A63F5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7BA077-9769-C09B-AEA0-EC5069C2C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76067-AE67-2EB0-20FB-974ADE18C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6DF81-EE5D-2261-BD5C-8A28C7A1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CE12A-A4D8-5A11-9C32-4CBEE4D7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FFD64-119A-8E46-0A86-D5974B45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1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E54D-21F5-41B2-9992-9695034B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95724-8B8F-9CA6-414D-322240053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A3F88-2F3A-6E45-F283-529F4E38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991C-16D4-600D-2734-D29C8291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62A07-5444-840F-5739-A6ED21C2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6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1614C-2A6E-0947-3444-947760B14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12E85-42E8-B45E-1F63-30923EBF7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8CE5-91EE-80DC-9F9B-057AB8EB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CDE8C-078E-5DA9-197E-E6D74600F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F53D9-0D5E-416B-4F60-DBBC4802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4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486D8-53FA-0449-B7F6-0B7C96A9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44E87-39A3-6A62-E800-AA019A3E1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D022F-2643-D2F5-3E40-E72A9E251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B1B57-1C11-C04D-9EC4-764AEC42E5F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D8225-D9BC-55AC-9A21-B87813B6C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60AFF-71F7-584B-CD32-D2FE93CBC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95D40-0B06-C74A-B1E0-2E5AF68FE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96BD-243F-DDDF-EA84-DB8E5A6AED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F173C-F485-329D-7B36-B8FEFE5BD1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20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table&#10;&#10;AI-generated content may be incorrect.">
            <a:extLst>
              <a:ext uri="{FF2B5EF4-FFF2-40B4-BE49-F238E27FC236}">
                <a16:creationId xmlns:a16="http://schemas.microsoft.com/office/drawing/2014/main" id="{29AA92BB-14E0-8211-C6A8-A235CA311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69" y="321526"/>
            <a:ext cx="10908371" cy="6077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0420E9-5D75-2B99-5A6F-0F1957BA0005}"/>
              </a:ext>
            </a:extLst>
          </p:cNvPr>
          <p:cNvSpPr txBox="1"/>
          <p:nvPr/>
        </p:nvSpPr>
        <p:spPr>
          <a:xfrm>
            <a:off x="365510" y="6431159"/>
            <a:ext cx="366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** NPI = No parasite identified/N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74DF6-0DB2-691C-8504-D9F7BF4C567C}"/>
              </a:ext>
            </a:extLst>
          </p:cNvPr>
          <p:cNvSpPr txBox="1"/>
          <p:nvPr/>
        </p:nvSpPr>
        <p:spPr>
          <a:xfrm>
            <a:off x="981306" y="4995746"/>
            <a:ext cx="390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548247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B7EC0B-1193-3E6D-B51B-79B6538A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503" y="121456"/>
            <a:ext cx="11740377" cy="642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6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68A72E-86D7-3EC6-58F4-48603C29AB05}"/>
              </a:ext>
            </a:extLst>
          </p:cNvPr>
          <p:cNvSpPr txBox="1"/>
          <p:nvPr/>
        </p:nvSpPr>
        <p:spPr>
          <a:xfrm>
            <a:off x="335390" y="780749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Baseline </a:t>
            </a:r>
          </a:p>
        </p:txBody>
      </p:sp>
      <p:pic>
        <p:nvPicPr>
          <p:cNvPr id="9" name="Picture 8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5EF1FFF5-95E6-3BD2-834E-ED021AA83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90" y="1242414"/>
            <a:ext cx="11521220" cy="392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0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597E9-584C-321D-0230-24D95F831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504" y="257549"/>
            <a:ext cx="2698377" cy="60386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5ADB19E-7CDD-413C-FF00-ECC43BC3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0"/>
            <a:ext cx="10931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201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23820</TotalTime>
  <Words>10</Words>
  <Application>Microsoft Macintosh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Sebastian Hurtado Zapata</dc:creator>
  <cp:lastModifiedBy>Juan Sebastian Hurtado Zapata</cp:lastModifiedBy>
  <cp:revision>2</cp:revision>
  <dcterms:created xsi:type="dcterms:W3CDTF">2026-02-20T12:50:53Z</dcterms:created>
  <dcterms:modified xsi:type="dcterms:W3CDTF">2026-04-18T21:05:53Z</dcterms:modified>
</cp:coreProperties>
</file>